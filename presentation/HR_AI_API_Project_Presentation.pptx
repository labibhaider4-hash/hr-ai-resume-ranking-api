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4F36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83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HR AI API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389120" y="1042416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AI-Powered Resume Parsing and Candidate Ranking API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425696" y="2542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MCA Final Year Project | Labib Rizvi | Qollabb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425696" y="3749040"/>
            <a:ext cx="2057400" cy="310896"/>
          </a:xfrm>
          <a:prstGeom prst="roundRect">
            <a:avLst>
              <a:gd name="adj" fmla="val 20588"/>
            </a:avLst>
          </a:prstGeom>
          <a:solidFill>
            <a:srgbClr val="4F36B8"/>
          </a:solidFill>
          <a:ln w="12700">
            <a:solidFill>
              <a:srgbClr val="4F36B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17136" y="382219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Resume Parsing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757416" y="3749040"/>
            <a:ext cx="2057400" cy="310896"/>
          </a:xfrm>
          <a:prstGeom prst="roundRect">
            <a:avLst>
              <a:gd name="adj" fmla="val 2058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48856" y="382219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NLP Preprocessing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425696" y="4251960"/>
            <a:ext cx="2057400" cy="310896"/>
          </a:xfrm>
          <a:prstGeom prst="roundRect">
            <a:avLst>
              <a:gd name="adj" fmla="val 20588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432511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Candidate Ranking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757416" y="4251960"/>
            <a:ext cx="2057400" cy="310896"/>
          </a:xfrm>
          <a:prstGeom prst="roundRect">
            <a:avLst>
              <a:gd name="adj" fmla="val 20588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48856" y="432511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REST API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25696" y="5074920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A secure backend system that converts unstructured resumes into ranked, explainable candidate decisions.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Manual resume screening is slow, inconsistent, and difficult to audit.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4F36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727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Recruiters need more than keyword search.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49808" y="2240280"/>
            <a:ext cx="489204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</a:rPr>
              <a:t>Large resume volumes create repetitive manual work.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Skills, experience, and education are hidden in unstructured documents.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Shortlisting may vary from reviewer to reviewer.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HR tools need structured JSON results, not only uploaded files.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600200"/>
            <a:ext cx="4389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600200"/>
            <a:ext cx="73152" cy="1828800"/>
          </a:xfrm>
          <a:prstGeom prst="rect">
            <a:avLst/>
          </a:prstGeom>
          <a:solidFill>
            <a:srgbClr val="4F36B8"/>
          </a:solidFill>
          <a:ln w="12700">
            <a:solidFill>
              <a:srgbClr val="4F36B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7647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Project objective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2130552"/>
            <a:ext cx="3977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Create an API that processes resumes, extracts key skills, and ranks candidates for jobs using AI/NLP models.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400800" y="3730752"/>
            <a:ext cx="4389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3730752"/>
            <a:ext cx="73152" cy="1691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38953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Practical output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4261104"/>
            <a:ext cx="3977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A backend workflow for candidate records, job postings, resume parsing, ranking results, and API logs.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Resume Parsing and Candidate Ranking API  | 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Objectives and Scope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What the project delivers inside the recruitment workflow.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4F36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73152" cy="1417320"/>
          </a:xfrm>
          <a:prstGeom prst="rect">
            <a:avLst/>
          </a:prstGeom>
          <a:solidFill>
            <a:srgbClr val="4F36B8"/>
          </a:solidFill>
          <a:ln w="12700">
            <a:solidFill>
              <a:srgbClr val="4F36B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819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Database design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947672"/>
            <a:ext cx="2651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Users, candidates, jobs, resumes, skills, rankings, and logs.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41732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5819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API endpoints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1947672"/>
            <a:ext cx="2651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Authentication, upload, CRUD modules, ranking, health, and stats.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8001000" y="141732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0" y="141732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5819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NLP pipeline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1947672"/>
            <a:ext cx="2651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Text extraction, cleaning, sections, keywords, contacts, and experience.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94360" y="356616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56616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7307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AI integration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096512"/>
            <a:ext cx="2651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Structured resume extraction and explainable candidate scoring.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297680" y="356616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3566160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37307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Testing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26280" y="4096512"/>
            <a:ext cx="2651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Validation, auth, uploads, parsing status, and ranking responses.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8001000" y="356616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1000" y="3566160"/>
            <a:ext cx="73152" cy="1417320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37307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Documentation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0" y="4096512"/>
            <a:ext cx="2651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Endpoint formats, database schema, workflow, and future scope.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502920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Resume Parsing and Candidate Ranking API  | 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Express routes coordinate storage, security, NLP, and AI services.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4F36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78892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4F36B8"/>
          </a:solidFill>
          <a:ln w="12700">
            <a:solidFill>
              <a:srgbClr val="4F36B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169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HR User / External Tool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2788920"/>
            <a:ext cx="1874520" cy="731520"/>
          </a:xfrm>
          <a:prstGeom prst="roundRect">
            <a:avLst>
              <a:gd name="adj" fmla="val 75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291693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Express REST API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760720" y="169164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181965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Route Modules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0" y="3858768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39867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SQLite Database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169164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81965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NLP Service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0" y="3858768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6D5DF6"/>
          </a:solidFill>
          <a:ln w="12700">
            <a:solidFill>
              <a:srgbClr val="6D5DF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398678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AI Service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222992" y="27889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68712" y="2916936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JSON Results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606040" y="3154680"/>
            <a:ext cx="64008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120640" y="3108960"/>
            <a:ext cx="640080" cy="-1078992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20640" y="3200400"/>
            <a:ext cx="640080" cy="987552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89520" y="2029968"/>
            <a:ext cx="64008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589520" y="4187952"/>
            <a:ext cx="64008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921240" y="2029968"/>
            <a:ext cx="320040" cy="877824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921240" y="4187952"/>
            <a:ext cx="320040" cy="-850392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960120" y="53035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Middleware: Helmet, CORS, JSON parser, rate limiter, request logger, JWT/API-key authentication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Resume Parsing and Candidate Ranking API  | 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Design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Eight core tables keep the API normalized and auditable.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4F36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1234440"/>
          </a:xfrm>
          <a:prstGeom prst="rect">
            <a:avLst/>
          </a:prstGeom>
          <a:solidFill>
            <a:srgbClr val="4F36B8"/>
          </a:solidFill>
          <a:ln w="12700">
            <a:solidFill>
              <a:srgbClr val="4F36B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81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HR accounts, roles, API keys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474720" y="14173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41732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581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candidates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03320" y="1947672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Candidate profile and status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417320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581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job_postings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1947672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Open roles and skill requirements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9052560" y="14173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417320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1581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resumes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81160" y="1947672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Uploaded files and parsed data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685800" y="338328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383280"/>
            <a:ext cx="73152" cy="1234440"/>
          </a:xfrm>
          <a:prstGeom prst="rect">
            <a:avLst/>
          </a:prstGeom>
          <a:solidFill>
            <a:srgbClr val="4F36B8"/>
          </a:solidFill>
          <a:ln w="12700">
            <a:solidFill>
              <a:srgbClr val="4F36B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547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skills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913632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Global skill taxonomy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3474720" y="338328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338328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3547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candidate_skills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03320" y="3913632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Many-to-many skill mapping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263640" y="338328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3383280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547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ranking_results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92240" y="3913632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Scores and recommendations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9052560" y="338328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52560" y="3383280"/>
            <a:ext cx="73152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81160" y="3547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api_logs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281160" y="3913632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Request audit trail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960120" y="548640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Indexes support resume lookup, parse status filtering, job ranking results, score sorting, candidate skills, and logs.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Resume Parsing and Candidate Ranking API  | 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Endpoint Modules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backend is organized around recruitment tasks.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4F36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1828800" cy="41148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0" y="1325880"/>
            <a:ext cx="85496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43560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Auth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435608"/>
            <a:ext cx="8092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475569"/>
                </a:solidFill>
              </a:rPr>
              <a:t>POST /auth/register, POST /auth/login, GET /auth/me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731520" y="2039112"/>
            <a:ext cx="18288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2039112"/>
            <a:ext cx="8549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14884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Candidates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2148840"/>
            <a:ext cx="8092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475569"/>
                </a:solidFill>
              </a:rPr>
              <a:t>GET /candidates, POST /candidates, PATCH /candidates/:id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731520" y="2752344"/>
            <a:ext cx="1828800" cy="41148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2752344"/>
            <a:ext cx="85496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86207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Jobs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862072"/>
            <a:ext cx="8092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475569"/>
                </a:solidFill>
              </a:rPr>
              <a:t>GET /jobs, POST /jobs, PATCH /jobs/:id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731520" y="3465576"/>
            <a:ext cx="18288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3465576"/>
            <a:ext cx="8549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575304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Resumes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3575304"/>
            <a:ext cx="8092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475569"/>
                </a:solidFill>
              </a:rPr>
              <a:t>POST /resumes/upload, GET /resumes/:id, POST /resumes/:id/reparse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731520" y="4178808"/>
            <a:ext cx="1828800" cy="41148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4178808"/>
            <a:ext cx="85496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428853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Ranking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4288536"/>
            <a:ext cx="8092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475569"/>
                </a:solidFill>
              </a:rPr>
              <a:t>POST /ranking/job/:jobId/rank-candidate/:cid, GET /ranking/job/:jobId/results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868680" y="5257800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5257800"/>
            <a:ext cx="73152" cy="822960"/>
          </a:xfrm>
          <a:prstGeom prst="rect">
            <a:avLst/>
          </a:prstGeom>
          <a:solidFill>
            <a:srgbClr val="4F36B8"/>
          </a:solidFill>
          <a:ln w="12700">
            <a:solidFill>
              <a:srgbClr val="4F36B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54223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Access control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57881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JWT bearer tokens and X-API-Key headers protect API usage. Role checks restrict admin and recruiter actions.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172200" y="5257800"/>
            <a:ext cx="4663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525780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542239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Integration ready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5788152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JSON request and response formats make the system suitable for dashboards and external HR tools.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502920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Resume Parsing and Candidate Ranking API  | 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 Parsing and Ranking Flow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project separates deterministic preprocessing from AI reasoning.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4F36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423160"/>
            <a:ext cx="1481328" cy="713232"/>
          </a:xfrm>
          <a:prstGeom prst="roundRect">
            <a:avLst>
              <a:gd name="adj" fmla="val 7692"/>
            </a:avLst>
          </a:prstGeom>
          <a:solidFill>
            <a:srgbClr val="4F36B8"/>
          </a:solidFill>
          <a:ln w="12700">
            <a:solidFill>
              <a:srgbClr val="4F36B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551176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Upload File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39696" y="2779776"/>
            <a:ext cx="393192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32888" y="2423160"/>
            <a:ext cx="1481328" cy="713232"/>
          </a:xfrm>
          <a:prstGeom prst="roundRect">
            <a:avLst>
              <a:gd name="adj" fmla="val 7692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8608" y="2551176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Extract Text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14216" y="2779776"/>
            <a:ext cx="393192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07408" y="2423160"/>
            <a:ext cx="1481328" cy="713232"/>
          </a:xfrm>
          <a:prstGeom prst="roundRect">
            <a:avLst>
              <a:gd name="adj" fmla="val 7692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3128" y="2551176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Clean + Detect Sections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88736" y="2779776"/>
            <a:ext cx="393192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81928" y="2423160"/>
            <a:ext cx="1481328" cy="713232"/>
          </a:xfrm>
          <a:prstGeom prst="roundRect">
            <a:avLst>
              <a:gd name="adj" fmla="val 7692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2551176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AI Parse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63256" y="2779776"/>
            <a:ext cx="393192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56448" y="2423160"/>
            <a:ext cx="1481328" cy="713232"/>
          </a:xfrm>
          <a:prstGeom prst="roundRect">
            <a:avLst>
              <a:gd name="adj" fmla="val 7692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02168" y="2551176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Sync Candidate Skills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637776" y="2779776"/>
            <a:ext cx="393192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30968" y="2423160"/>
            <a:ext cx="1481328" cy="713232"/>
          </a:xfrm>
          <a:prstGeom prst="roundRect">
            <a:avLst>
              <a:gd name="adj" fmla="val 7692"/>
            </a:avLst>
          </a:prstGeom>
          <a:solidFill>
            <a:srgbClr val="6D5DF6"/>
          </a:solidFill>
          <a:ln w="12700">
            <a:solidFill>
              <a:srgbClr val="6D5DF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76688" y="2551176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Rank Against Job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14400" y="4005072"/>
            <a:ext cx="996696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</a:rPr>
              <a:t>Preprocessing extracts raw text from PDF, DOCX, and TXT files.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AI returns skills, education, experience, certifications, and summary.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Ranking stores overall, skill, experience, education, and keyword scores.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Recommendations and interview questions make results explainable.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Resume Parsing and Candidate Ranking API  | 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Strategy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Validation covers the full workflow from auth to leaderboard retrieval.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4F36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819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Unit testing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947672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Text cleaning, contact extraction, keyword extraction, and experience estimation.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5819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Integration testing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1947672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Routes working with SQLite, middleware, upload handling, parsing status, and result persistence.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417320"/>
            <a:ext cx="73152" cy="1325880"/>
          </a:xfrm>
          <a:prstGeom prst="rect">
            <a:avLst/>
          </a:prstGeom>
          <a:solidFill>
            <a:srgbClr val="4F36B8"/>
          </a:solidFill>
          <a:ln w="12700">
            <a:solidFill>
              <a:srgbClr val="4F36B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581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System testing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1947672"/>
            <a:ext cx="2834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Register, create candidate, create job, upload resume, parse resume, rank candidate, view leaderboard.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1234440" y="3703320"/>
            <a:ext cx="91440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Unauthorized request returns 401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Wrong password returns 401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Unsupported file type is rejected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Valid resume returns 202 processing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Ranking without parsed resume returns 422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Leaderboard sorts by score descending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Resume Parsing and Candidate Ranking API  | 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Qollabb Milestones and Submission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academic workflow matches the implementation stages.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4F36B8"/>
            </a:solidFill>
            <a:prstDash val="solid"/>
          </a:ln>
        </p:spPr>
      </p:sp>
      <p:pic>
        <p:nvPicPr>
          <p:cNvPr id="5" name="Image 0" descr="C:\labib\onedrive\Desktop\FY PRO\Screenshot 2026-05-22 1248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166360" cy="2926080"/>
          </a:xfrm>
          <a:prstGeom prst="rect">
            <a:avLst/>
          </a:prstGeom>
        </p:spPr>
      </p:pic>
      <p:pic>
        <p:nvPicPr>
          <p:cNvPr id="6" name="Image 1" descr="C:\labib\onedrive\Desktop\FY PRO\Screenshot 2026-05-22 12493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5166360" cy="2926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7240" y="461772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Project overview confirms the core objective and tasks.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355080" y="461772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Milestones track database design, endpoints, preprocessing, AI integration, and testing.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02920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Resume Parsing and Candidate Ranking API  | 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and Discussion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output is a working backend foundation for AI-assisted recruitment.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4F36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08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36B8"/>
                </a:solidFill>
              </a:rPr>
              <a:t>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database tables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3657600" y="1508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29000" y="2212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main API modules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6355080" y="1508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</a:rPr>
              <a:t>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126480" y="2212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resume file types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052560" y="1508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823960" y="2212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auth methods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960120" y="3474720"/>
            <a:ext cx="987552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</a:rPr>
              <a:t>Resume data becomes structured candidate intelligence.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Job-specific ranking is stored with explainable score components.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Audit logging and middleware improve operational visibility.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</a:rPr>
              <a:t>The API can be connected to a future recruiter dashboard.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Resume Parsing and Candidate Ranking API  | 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Enhancements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project can grow from API prototype to deployable HR product.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43000" cy="0"/>
          </a:xfrm>
          <a:prstGeom prst="line">
            <a:avLst/>
          </a:prstGeom>
          <a:noFill/>
          <a:ln w="27940">
            <a:solidFill>
              <a:srgbClr val="4F36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73152" cy="1325880"/>
          </a:xfrm>
          <a:prstGeom prst="rect">
            <a:avLst/>
          </a:prstGeom>
          <a:solidFill>
            <a:srgbClr val="4F36B8"/>
          </a:solidFill>
          <a:ln w="12700">
            <a:solidFill>
              <a:srgbClr val="4F36B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819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Web 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947672"/>
            <a:ext cx="2651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Recruiter UI for uploads, rankings, and analytics.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417320"/>
            <a:ext cx="73152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5819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Cloud deployment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1947672"/>
            <a:ext cx="2651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PostgreSQL/MySQL, environment secrets, hosted API.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8001000" y="14173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0" y="1417320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5819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Background queue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1947672"/>
            <a:ext cx="2651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Reliable parsing jobs for larger resume volume.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94360" y="34747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47472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639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OCR support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005072"/>
            <a:ext cx="2651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Scan image-based resumes and older PDF files.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297680" y="34747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3474720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3639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Fairness audit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26280" y="4005072"/>
            <a:ext cx="2651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Evaluate ranking explanations and reduce bias risk.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8001000" y="34747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1000" y="3474720"/>
            <a:ext cx="73152" cy="1325880"/>
          </a:xfrm>
          <a:prstGeom prst="rect">
            <a:avLst/>
          </a:prstGeom>
          <a:solidFill>
            <a:srgbClr val="6D5DF6"/>
          </a:solidFill>
          <a:ln w="12700">
            <a:solidFill>
              <a:srgbClr val="6D5DF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3639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OpenAPI docs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0" y="4005072"/>
            <a:ext cx="2651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475569"/>
                </a:solidFill>
              </a:rPr>
              <a:t>Interactive API documentation for third-party users.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502920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Resume Parsing and Candidate Ranking API  | 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F36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03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9077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DE9FE"/>
                </a:solidFill>
              </a:rPr>
              <a:t>AI-Powered Resume Parsing and Candidate Ranking API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40690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Questions and Discussion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517136"/>
            <a:ext cx="18288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08076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D6FE"/>
                </a:solidFill>
              </a:rPr>
              <a:t>Labib Rizvi | MCA Final Year Project | Qollabb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Qollabb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AI API Project Presentation</dc:title>
  <dc:subject>AI-Powered Resume Parsing and Candidate Ranking API</dc:subject>
  <dc:creator>Labib Rizvi</dc:creator>
  <cp:lastModifiedBy>Labib Rizvi</cp:lastModifiedBy>
  <cp:revision>1</cp:revision>
  <dcterms:created xsi:type="dcterms:W3CDTF">2026-05-22T07:42:12Z</dcterms:created>
  <dcterms:modified xsi:type="dcterms:W3CDTF">2026-05-22T07:42:12Z</dcterms:modified>
</cp:coreProperties>
</file>